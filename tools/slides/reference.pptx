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12500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50000"/>
            <a:ext cx="8229600" cy="31172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