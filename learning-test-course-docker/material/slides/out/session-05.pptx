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GOAL_008_TROUBLESHOOTING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Lo scenario concreto ("due container che non si collegano") è quello dichiarato in
DR-TROUBLESHOOTING [stated]; la formulazione della domanda di apertura è la mia scelta di
framing [invented framing]. Non risolvere nulla qui: l'obiettivo è far emergere che senza
uno strumento di ispezione non si sa nemmeno da dove guardare.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il segmento sul compito reale della demo (sequence 34), coerente con l'andragogia
(bisogno riconosciuto prima della teoria) — vedi instructional_decisions per la scelta di
apertura su problem invece che su concept.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 PRQ-CLI-BASICS (sessione 2) e PRQ-DOCKER-NETWORK (sessione 3): il sistema
"in avaria" qui è lo stesso tipo di sistema a container in rete già collegato in quelle
sessioni, solo che ora qualcosa non funziona. Prepara direttamente la mappatura
strumento-evidenza della prossima slide.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lasciare che qualcuno in aula proponga già una causa specifica: se succede, accoglila
come domanda aperta ("come lo verificheresti?") e rimandala alla discussione di sequence 36,
senza confermarla o smentirla.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GOAL_008_TROUBLESHOOTING | timing_min: 10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La mappatura strumento-evidenza è dichiarata esplicitamente nella descrizione del nodo
PRQ-DIAG-TOOLS in DESIGN ("quale strumento usare per quale tipo di sintomo") [stated]. Non
elencare ancora sintomi o cause concrete: qui la domanda resta "che tipo di informazione ti
manca", non "cosa è rotto".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Primo passo del metodo di diagnosi richiesto da DR-TROUBLESHOOTING: prima di formulare
un'ipotesi (sequence 35-36) serve sapere come raccogliere evidenza.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network qui riprende un comando già visto in sessione 3 (sequence 23, creare/collegare una
rete Docker), usato ora in modo diagnostico invece che costruttivo; logs ed exec riprendono
PRQ-CLI-BASICS (sessione 2); inspect è nuovo in questa sessione.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rischio è che gli studenti trattino i quattro strumenti come intercambiabili: sottolinea
che ciascuno risponde a una domanda diversa, non che uno "sia meglio" degli altri.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GOAL_008_TROUBLESHOOTING | timing_min: 8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Questa slide completa la mappatura precedente specificando cosa restituisce concretamente
ciascun comando, non solo quando usarlo. [stated, da descrizione nodo PRQ-DIAG-TOOLS]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Chunking deliberato: separare "quale strumento" (S5-02) da "cosa restituisce" (questa slide)
evita di comprimere due informazioni distinte su una sola slide. [inferred, scelta di
instructional design applicata senza essere registrata separatamente in instructional_decisions
perché è la normale applicazione del chunking già motivato lì per l'intera sessione]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"output stampato dal processo" richiama esplicitamente il modello dei processi (stdout)
insegnato in sessione 1 (PRQ-PROCESS-MODEL, sequence 9).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"stato interno osservato dal vivo" (exec) è il più concettualmente diverso dagli altri tre
(che leggono evidenza già raccolta da Docker): sottolinea che exec fa succedere qualcosa nel
container, non solo osservare.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GOAL_008_TROUBLESHOOTING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 nomi dei comandi sono standard e dichiarati in DESIGN [stated]; l'ordine e l'uso dei
segnaposto &lt;container&gt;/&lt;rete&gt; sono una scelta di presentazione dell'autore di questo deck,
non un output reale di un sistema specifico [invented framing] — coerente con l'assenza,
in nessuno store, di un caso concreto da riprodurre esattamente.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Corrisponde a sequence 34, dichiarata in CURRICULUM come dimostrazione dal vivo di
ispezione di "un sistema a container in avaria" con questi quattro strumenti.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Richiama la demo di docker run/ps/stop (sessione 1, sequence 6): stessa logica di "slide
che introduce la demo, non la sostituisce" già usata lì.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lasciare che la demo scivoli in una spiegazione di flag e opzioni: l'obiettivo è che gli
studenti vedano il metodo (quale strumento, in quale ordine, per quale domanda), non che
memorizzino la sintassi esatta qui. [inferred, dallo stesso principio applicato in S1-06]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GOAL_008_TROUBLESHOOTING | timing_min: 8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DESIGN registra PRQ-HYPOTHESIS come [inferred]: il ragionamento per ipotesi non è un
comando Docker, è un metodo generale applicato qui alla diagnosi. Insisti sul fatto che
un'ipotesi senza un modo per verificarla non è ancora un'ipotesi utile — è solo un'idea.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Corrisponde a GOAL_008: formulare "almeno un'ipotesi plausibile" e "indicare come
verificarla" sono due parti dello stesso obiettivo dichiarato in GOALS, non due passi
indipendenti.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direttamente sui quattro strumenti della slide precedente (S5-02, S5-03):
l'evidenza di cui parla questa slide è quella che quegli strumenti restituiscono. Prepara
la discussione della prossima slide e, più avanti, il checkpoint di sequence 37 (senza
anticiparne il contenuto).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Un errore comune è fermarsi alla prima ipotesi che viene in mente, trattandola come
certezza: sottolinea che "plausibile" non vuol dire "sicura", ed è per questo che serve un
modo per verificarla.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GOAL_008_TROUBLESHOOTING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Non guidare verso una risposta specifica: l'obiettivo dichiarato in CURRICULUM per
sequence 36 è far emergere quali ipotesi plausibili si possono formulare a partire da
un'evidenza data, in gruppo. [stated] Se un gruppo propone una sola ipotesi, chiedi se ce
ne sono altre compatibili con la stessa evidenza.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È l'attività di elaborazione attiva subito dopo la teoria (sequence 35), sullo stesso
schema già visto in sessione 3 per la discussione su IP e porta (sequence 21).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 S5-05 (metodo evidenza → ipotesi → verifica). Prepara concettualmente il
checkpoint di sequence 37 (diagnosi guidata) e, più avanti, la sessione 7 (scenario
diagnostico su un sistema multi-servizio più realistico) — senza anticiparne il contenuto.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Vedi instructional_decisions: questa slide non deve mai evolvere, nella conduzione in aula,
in un elenco di cause tipiche proiettato sullo schermo condiviso — quell'elenco appartiene
al debrief del checkpoint, non a questa slide. [stated]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EU_2, GOAL_006_COMPOSE, GOAL_007_COMPLEX_SYSTEM | timing_min: 8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Prima occorrenza dell'acronimo SMTP in questo documento, già espanso in caption
(EDITORIAL_GUIDELINES: forma estesa alla prima occorrenza) [stated]. Qui il servizio SMTP è
"mock", cioè finto/simulato: fa vedere l'invio di una email senza doverla davvero spedire.
Da qui in poi l'acronimo si può usare liberamente.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Introduce EU_2, enduring understanding dichiarata in GOALS. [stated] CURRICULUM annota
esplicitamente che questa lezione "introduce EU_2".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 PRQ-CONTAINER (sessione 1) e PRQ-DOCKER-NETWORK (sessione 3): ogni servizio
di questo disegno è, in pratica, uno o più container già collegati in rete come visto
allora. Prepara sequence 39-40 (progettare la topologia) e, più avanti, Docker Compose
(sessione 6), senza anticiparne la sintassi.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termine "servizio" può essere confuso con "container": chiarisci che un servizio può
essere realizzato da uno o più container (lo si vedrà con le repliche in sessione 7), non è
sinonimo di container singolo.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EU_2, GOAL_006_COMPOSE, GOAL_007_COMPLEX_SYSTEM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Questa è la stessa rete Docker già vista in sessione 3 (PRQ-DOCKER-NETWORK), qui applicata
a due servizi invece che a due container generici: il meccanismo non cambia, cambia
l'inquadramento (servizio, non solo container). [stated, dalla descrizione del nodo
PRQ-MULTI-SERVICE]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l'arco aperto da S5-07 collegando il concetto di "servizio" al meccanismo di rete già
noto, prima di passare alla progettazione della topologia (sequence 39-40).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Richiama esplicitamente PRQ-DOCKER-NETWORK (sessione 3, sequence 22-23). Prepara la
progettazione della topologia (prossimo segmento) e nomina, senza spiegarlo, lo strumento
che comporrà questi servizi in un solo comando: Docker Compose, sessione 6.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introdurre qui la sintassi di Compose né il termine "docker-compose.yml": resta
contenuto della sessione 6. [stated, da CURRICULUM]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8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DESIGN registra PRQ-TOPOLOGY come [inferred]: non è un comando o una sintassi, è la
capacità di ragionare sui servizi necessari e sulle loro dipendenze prima ancora di aprire
un editor di testo.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CURRICULUM annota esplicitamente che sequence 40 "prepara concettualmente la topologia a
3+ servizi richiesta da DR-COMPLEX-SYSTEM, prima di introdurre la sintassi Compose
avanzata": questa slide è il ponte tra i due.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 S5-07/S5-08 (un sistema è composto da più servizi collegati in rete).
Prepara, senza descriverne il contenuto, la sintassi Compose avanzata della sessione 6
(sequence 45) e il laboratorio guidato della sessione 7 (DR-COMPLEX-SYSTEM).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rischio è che qualcuno voglia già scrivere codice Compose in questa discussione: riporta
l'attenzione su "quali servizi e quali collegamenti", non su come si scrivono nel file.
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7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Le tre decisioni riprendono, applicate alla topologia, elementi già visti separatamente:
"quali servizi" richiama S5-07/S5-08, "cosa è raggiungibile dall'esterno" richiama la
mappatura delle porte (sessione 4, PRQ-PORT-MAPPING). [inferred, collegamento fatto
dall'autore di questo deck, non dichiarato esplicitamente in DESIGN per questa slide]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Rende concreta la descrizione del nodo PRQ-TOPOLOGY ("quali servizi servono, quali
dipendenze e comunicazioni tra loro sono necessarie").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Richiama PRQ-PORT-MAPPING (sessione 4) per "raggiungibile dall'esterno" e PRQ-DOCKER-NETWORK
(sessione 3) per "si parlano tra loro". Prepara direttamente la discussione della prossima
slide.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"Cosa è raggiungibile dall'esterno" tende a essere la decisione più trascurata dagli
studenti (si concentrano su "quali servizi" e dimenticano l'esposizione verso l'host):
sottolineala esplicitamente.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GOAL_007_COMPLEX_SYSTEM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Corrisponde esattamente a sequence 40 in CURRICULUM. [stated] Fai emergere dai gruppi le
tre decisioni di S5-10 applicate a questo caso specifico, senza però validare o correggere
una topologia come "quella giusta": l'obiettivo è l'esercizio del ragionamento, non una
soluzione unica da approvare qui.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il segmento e la sessione sull'attività dichiarata in CURRICULUM come preparazione
concettuale a DR-COMPLEX-SYSTEM, prima della sintassi Compose avanzata.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 S5-07, S5-08, S5-09, S5-10. Rimando in avanti: la sintassi che tradurrà questa
topologia in un file eseguibile è contenuto della sessione 6 (Compose avanzato) e del
laboratorio guidato della sessione 7 — nominati qui solo per titolo, senza anticiparne il
contenuto.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gruppi proporranno già nomi di servizio o porte specifiche: è positivo, ma riportali
al livello di topologia (chi parla con chi) se scivolano nella sintassi Compose, che non è
ancora stata insegnata.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Calibri"/>
              </a:rPr>
              <a:t>Diagnosi di un malfunzionamento e progettazione di un sistema multi-servizio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A5A5A"/>
                </a:solidFill>
                <a:latin typeface="Calibri"/>
              </a:rPr>
              <a:t>Dagli strumenti di ispezione al ragionamento per ipotesi, dal container singolo alla topologia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Docker: dai container ai sistemi multi-servizio (corso ITS, primo anno) — Sessione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Diagnosticare un sistema a container in avaria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sistema a container in avaria non dice da solo dove sta il problema: serve raccogliere evidenza.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“Due container che dovrebbero parlarsi non si parlano. Da dove si comincia?”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Il tipo di evidenza da raccogliere determina quale strumento usare: logs, inspect, network o exec.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5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28" y="1463040"/>
            <a:ext cx="8495238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Dal sintomo allo strumento giusto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Ciascuno strumento restituisce un tipo di evidenza diverso: output, configurazione, topologia di rete o stato interno.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logs → output stampato dal processo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inspect → configurazione e stato del container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network → topologia della rete Docker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exec → stato interno osservato dal vivo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Il docente applica in sequenza questi quattro strumenti a un sistema realmente in avaria.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Sequenza mostrata dal docente dal vivo, ordine indicativo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logs &lt;container&gt;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inspect &lt;container&gt;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network inspect &lt;rete&gt;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exec -it &lt;container&gt; 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Ragionamento per ipotesi applicato alla diagnosi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Un'ipotesi plausibile nasce dall'evidenza raccolta e si accompagna sempre a un modo per verificarla.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5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6364"/>
            <a:ext cx="11094415" cy="9938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Dall'evidenza alla verifica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La stessa evidenza può generare più ipotesi plausibili, non una sola.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“Discussione a gruppi: quali ipotesi plausibili spiegano l'evidenza raccolta, e come si verifica ciascuna?”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Un sistema reale è composto da più servizi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sistema reale è quasi sempre composto da più servizi che collaborano tra loro, non da un solo programma.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5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61" y="1463040"/>
            <a:ext cx="7916572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Tre servizi che collaborano — SMTP: Simple Mail Transfer Protocol, protocollo per l'invio di posta elettronica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Ogni servizio è realizzato da uno o più container che comunicano tra loro attraverso la rete Docker.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5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503"/>
            <a:ext cx="11094415" cy="11895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Due servizi collegati in rete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Progettare la topologia prima di scrivere il codice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La topologia di un sistema multi-servizio si progetta prima di scrivere qualunque file di configurazione.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5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4882"/>
            <a:ext cx="11094415" cy="6367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Prima la topologia, poi la sintassi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Decidere una topologia vuol dire scegliere quali servizi servono, quali si parlano e cosa è raggiungibile dall'esterno.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Quali servizi sono necessari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Quali servizi si parlano tra loro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Cosa è raggiungibile dall'host o dall'esterno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Applicazione, database e mock SMTP: la topologia richiede scelte esplicite su chi parla con chi.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“Discussione a gruppi: progettare la topologia di applicazione + database + servizio mock SMTP, prima di scrivere il file Compose.”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