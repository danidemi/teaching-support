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GOAL_003_IMAGE_DISTRIBUTE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Richiamare che la sessione 2 ha già costruito un'immagine funzionante
(item 15-16): il problema aperto ora è come farla arrivare, identica, su
un'altra macchina.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l'arco di PRQ-REGISTRY: prima di introdurre nome/tag/push/pull serve
motivare perché serve un intermediario tra due macchine. Serve
GOAL_003_IMAGE_DISTRIBUTE.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Costruisce su sessione 2, item 14-16 (sintassi Dockerfile e build dal vivo) e
su sessione 1, item 7 (l'immagine come artefatto distribuibile, EU_3). Non
introduce ancora la sessione 4.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pensano che un'immagine si copi automaticamente tra macchine
sulla stessa rete locale, senza un passaggio esplicito.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GOAL_003_IMAGE_DISTRIBUTE | timing_min: 15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registry è l'intermediario che risolve il problema appena posto: non serve
copiare manualmente il file dell'immagine, basta pubblicarla una volta e
prelevarla da chiunque abbia accesso al registry.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Introduce PRQ-REGISTRY: nome, tag, push/pull, come richiesto da
GOAL_003_IMAGE_DISTRIBUTE.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l'immagine come artefatto distribuibile vista in sessione 1 (item 7,
EU_3).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confondere il registry con la macchina di destinazione: il registry è solo
il deposito intermedio, non esegue il container.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GOAL_003_IMAGE_DISTRIBUTE | timing_min: 12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"registry-esempio" è un nome di comodo per illustrare la sintassi: quale
registry la classe userà davvero nell'esercitazione (item 19) non è deciso in
alcuno store. [invented framing]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concreta la sintassi di nome e tag descritta in PRQ-REGISTRY, prima
della demo dal vivo (item 18) che userà un registry reale.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sulla sintassi Dockerfile e sul comando di build già visti in
sessione 2 (item 14-15).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tag di default "latest", se omesso, può sembrare "nessun tag": va detto
esplicitamente che latest è comunque un tag.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GOAL_003_IMAGE_DISTRIBUTE | timing_min: 10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Sottolineare che pull richiama il comando FROM già usato implicitamente per
scaricare un'immagine base in sessione 2 (item 14): qui si applica a
un'immagine pubblicata dalla classe stessa, non a un'immagine pubblica
preesistente.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l'arco di PRQ-REGISTRY prima del checkpoint pratico (item 19, non
presente in questo mazzo).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Precede l'esercitazione hands-on dell'item 19 (GOAL_003_IMAGE_DISTRIBUTE), già
pianificata come proprio item CURRICULUM e non ripresa qui.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Alcuni studenti confondono push/pull con un generico upload/download di file:
va ribadito che si applica a un'immagine Docker nominata e taggata.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GOAL_004_NETWORK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Prima occorrenza di IP nel mazzo: Internet Protocol, si può tradurre come
protocollo Internet. Il modello dei processi visto in sessione 1 (item 9) ha
già introdotto input/output di un programma: qui si aggiunge la dimensione di
rete, cioè come un programma comunica con un altro programma su una macchina
diversa. [inferred, coerente con l'edge DR-NETWORK → PRQ-PROCESS-MODEL in
DESIGN]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PRQ-NETWORK-BASICS: LOGISTICS segnala questo contenuto come storicamente
critico e non assumibile come prerequisito, va insegnato esplicitamente prima
della rete Docker.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sul modello dei processi di sessione 1 (item 9). Prepara
PRQ-DOCKER-NETWORK (item 22, più avanti in questa stessa sessione).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assumere familiarità pregressa: LOGISTICS dichiara esplicitamente che
questi concetti non sono prerequisiti acquisiti. [stated]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12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L'indirizzo IP e la porta sono numeri che i programmi già usano ogni giorno
senza nominarli esplicitamente, ad esempio digitando un sito nel browser.
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Fornisce il vocabolario minimo richiesto da PRQ-NETWORK-BASICS, prerequisito
diretto di DR-NETWORK insieme al modello dei processi.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Nessun collegamento a sessioni precedenti su questo contenuto specifico,
essendo dichiarato non-prerequisito da LOGISTICS.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192.0.2.10 e le porte 80/22 sono valori di esempio, non specifici di alcun
laptop della classe: va chiarito che l'indirizzo reale del proprio laptop
sarà diverso. [invented framing]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vocab | goals: GOAL_004_NETWORK | timing_min: 12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passaggio da "dispositivo" a "programma sul dispositivo" a "servizio
preciso" è la stessa logica che si ritroverà nella rete Docker (item 22), dove
il nome del container gioca lo stesso ruolo che qui gioca la coppia IP+porta.
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Consolida PRQ-NETWORK-BASICS con una definizione componibile, prima della
discussione (item 21) che ne chiede un uso pratico.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collega avanti a PRQ-DOCKER-NETWORK (item 22, questa stessa sessione), dove
il nome del container sostituirà IP e porta come modo per raggiungere un
servizio.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anticipare come si rende un servizio raggiungibile dall'host: quel
collegamento non è ancora stato insegnato a questo punto della sessione.
[stated]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menu | goals: GOAL_004_NETWORK | timing_min: 13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Non fornire le risposte prima della discussione: il valore dell'attività (item
21) è che gli studenti le formulino a partire dalla propria esperienza
quotidiana con internet.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Fa da innesco per la discussione a gruppi dell'item 21, rielaborazione attiva
subito dopo la lezione teorica per fissare concetti dichiarati fragili da
LOGISTICS.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la definizione di IP e porta appena data in questo stesso segmento
(item 20). Nessun collegamento a sessioni successive su questo punto
specifico.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Prima occorrenza di HTTPS nel mazzo: HyperText Transfer Protocol Secure, si
può tradurre come protocollo di trasferimento di ipertesti sicuro; non serve
approfondirlo, basta come esempio quotidiano.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GOAL_004_NETWORK | timing_min: 10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Richiamare l'isolamento del container visto in sessione 1 (item 5-6): qui si
applica quello stesso isolamento alla dimensione di rete, non solo a
filesystem e processi.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PRQ-DOCKER-NETWORK, motivando perché serve un modello di rete Docker
dedicato e non basta l'IP della macchina host.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PRQ-CONTAINER (sessione 1, item 5-6) e sul vocabolario IP/porta
appena introdotto in questo stesso segmento (item 20).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anticipare la mappatura delle porte (sessione 4, item 25): qui
l'isolamento riguarda container-container, non ancora container-host.
[stated]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15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"rete-app" e "rete-altra" sono nomi di esempio per le reti Docker create con
docker network create; i nomi reali dipenderanno dall'esercitazione.
[invented framing]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Presenta il cuore di PRQ-DOCKER-NETWORK: le reti Docker sono isolate per
costruzione, risposta diretta a EQ_3.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l'isolamento del container (sessione 1, item 5) applicandolo ora
alla rete.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Isolata non significa che il container non abbia comunque un proprio
indirizzo IP interno: ne ha uno, solo che non è raggiungibile da fuori la sua
rete.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15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Prima occorrenza di REST e DNS nel mazzo: REST è l'acronimo di
REpresentational State Transfer, si può tradurre come trasferimento di stato
rappresentativo, uno stile comune per scambiare richieste tra servizi; DNS è
l'acronimo di Domain Name System, si può tradurre come sistema dei nomi di
dominio, qui interno a Docker e non quello di internet pubblico. [stated per
EQ_2, invented framing per la spiegazione degli acronimi]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Risponde a EQ_2 (come un container invia una richiesta REST a un altro
container): il nome del container sostituisce l'indirizzo IP che lo studente
dovrebbe altrimenti scoprire manualmente.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IP e porta di questo stesso segmento (item 20) e l'isolamento di
rete appena visto (item 22). Prepara la demo dal vivo (item 23) in cui il
docente crea la rete e collega i container.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nome usato per la risoluzione è il nome del servizio/container nella rete
Docker, non un nome di dominio internet: va distinto esplicitamente dal DNS
pubblico.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20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è la risposta pratica a EQ_3: isolamento non è un concetto di
sicurezza assoluta, è un confine di raggiungibilità di rete definito dal
comando docker network usato nella demo (item 23).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Chiude l'arco di PRQ-DOCKER-NETWORK prima del quiz di verifica (item 24, non
presente in questo mazzo) e prepara concettualmente la mappatura delle porte
di sessione 4 (item 25).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tutto il segmento (item 22-23). Punta avanti, solo per nome,
alla mappatura delle porte di sessione 4 (item 25) e alla sicurezza dei
container (EQ_4), entrambe non trattate qui.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Se qualcuno chiede se un container può essere attaccato dall'esterno (EQ_4),
non rispondere qui: GOALS segnala EQ_4 come argomento ancora da tarare
(awaiting: instructional-designer) e questa sessione non lo approfondisce.
[stated]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Distribuire un'immagine e collegare i container in 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  <a:latin typeface="Calibri"/>
              </a:rPr>
              <a:t>Registry, indirizzo IP/porta e rete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Distribuire un'immagine tramite un registry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Un'immagine appena costruita gira solo sulla macchina che l'ha costruita.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“L'immagine costruita in sessione 2 non esiste ancora da nessun'altra parte.”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registry Docker conserva le immagini con nome e tag, pronte per essere prelevate da un'altra macchina.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2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65824"/>
            <a:ext cx="11094415" cy="83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Percorso di un'immagine dal build alla macchina di destinazione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Un'immagine si nomina come [registry/]repository:tag prima di poterla pubblicare.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Esempio illustrativo di tag e pubblicazione [invented framing]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tag app-server registry-esempio/app-server:1.0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push registry-esempio/app-server:1.0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Push e pull sono le due operazioni simmetriche che collegano una macchina al registry.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docker push carica l'immagine nel registry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docker pull scarica l'immagine dal registry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Concetti di rete di base: indirizzo IP e porta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Due programmi che devono parlarsi hanno bisogno di indicare a chi e su quale canale mandare i dati.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“Prima di collegare container in rete, serve un vocabolario di base: indirizzo IP e porta.”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indirizzo IP identifica un dispositivo; una porta identifica il programma su quel dispositivo.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6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6648"/>
            <a:ext cx="11094415" cy="3313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Indirizzo IP e porte su un dispositivo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Indirizzo IP e porta insieme individuano un servizio preciso su una macchina precisa.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1. Indirizzo IP: identifica il dispositivo in rete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2. Porta: identifica il programma sul dispositivo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3. IP più porta: individuano un servizio preciso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Indirizzo IP e porta si usano già, senza nominarli, ogni volta che si visita un sito.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Indirizzo IP del proprio laptop in rete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Porta usata dal browser per HTTPS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Conflitto tra due programmi sulla stessa porta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Il modello di rete Docker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Due container avviati sulla stessa macchina non si vedono automaticamente: serve collegarli in rete esplicitamente.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“L'isolamento che rende sicuro un container è lo stesso isolamento che, di default, lo rende irraggiungibile da un altro container.”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Docker isola i container per rete: due container in reti Docker diverse non si raggiungono tra loro.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10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2058"/>
            <a:ext cx="11094415" cy="3382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Due reti Docker isolate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Dentro la stessa rete Docker, un container ne raggiunge un altro chiamandolo per nome, non per indirizzo 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11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59" y="1463040"/>
            <a:ext cx="823797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Una richiesta REST risolta per nome tra due container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Isolata vuol dire raggiungibile solo da chi condivide la stessa rete Docker, non invisibile in assoluto.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“Un container fuori dalla rete Docker di app e database non può raggiungerli, con gli strumenti visti finora.”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