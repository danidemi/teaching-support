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9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Parti da un caso concreto già visibile agli studenti: il servizio applicazione della
sessione 6 (sequence 41-46) girava sempre come una sola copia. Qui introduci l'idea che
la stessa immagine può girare più volte in parallelo, dietro lo stesso nome di servizio.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DR-COMPLEX-SYSTEM (GOAL_007) dichiara le repliche come il gradino più alto della scala
di verifica del progetto finale (edge DR-COMPLEX-SYSTEM → PRQ-COMPOSE-REPLICAS in
DESIGN). [stated] Il nodo PRQ-COMPOSE-REPLICAS stesso è marcato [inferred] in DESIGN:
non è descritto in GOALS parola per parola, ma dedotto dal requisito sulle repliche.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Si appoggia su PRQ-COMPOSE-DEEP (sessione 6, sequence 45-46, sintassi Compose per
topologie a 3+ servizi) e su PRQ-COMPOSE-SHALLOW (sessione 6, sequence 41-42). Prepara
direttamente il laboratorio guidato di questa stessa sessione (sequence 50), che chiede
di applicare le repliche a un sistema multi-servizio reale.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termine "replica" può essere confuso con "backup" o "copia di sicurezza": chiarisci
che le repliche girano contemporaneamente e attive, non come riserva spenta.
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8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frammento è a scopo illustrativo [invented framing]: nessuno store fornisce un
esempio reale di sintassi delle repliche, solo la descrizione concettuale del nodo
PRQ-COMPOSE-REPLICAS. Verifica la sintassi esatta contro la versione di Compose
installata sui laptop degli studenti prima di mostrarla in aula.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Rende concreta la slide precedente (S7-01) con una sintassi plausibile, coerente con la
forma già vista in sessione 6 per `docker-compose.yml` (PRQ-COMPOSE-SHALLOW,
PRQ-COMPOSE-DEEP). [inferred]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Riprende direttamente la sintassi Compose a più servizi vista in sessione 6 (sequence
45-46, il docente scrive e avvia un docker-compose.yml a 3+ servizi). Prepara la demo
dal vivo (sequence 49) e il laboratorio guidato (sequence 50) di questa stessa sessione.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affermare che questa sia l'unica sintassi possibile per le repliche: diverse versioni
di Compose/Docker possono variare la chiave esatta. Verifica sul terminale prima della
demo dal vivo, non fidarti solo di questa slide. [invented framing, risk]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concept | goals: GOAL_007_COMPLEX_SYSTEM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comando è una scelta plausibile dell'autore di questo deck per rendere concreta la
demo (sequence 49) [invented framing]: verifica che corrisponda esattamente alla
versione di Docker Compose installata sui laptop (LOGISTICS: laptop scuola, per lo più
Windows) prima di eseguirlo in aula.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Corrisponde a sequence 49, dichiarata in CURRICULUM come demo dal vivo ("il docente scala
un servizio a più repliche con Compose").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Richiama direttamente la demo di sessione 2 (sequence 15, il docente costruisce
un'immagine dal vivo) e di sessione 6 (sequence 42 e 46, avvio di un
docker-compose.yml con un solo comando) come stesso stile didattico: dimostrazione dal
vivo dopo la teoria. Prepara il laboratorio guidato di questa stessa sessione
(sequence 50).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lasciare che la demo scivoli in una spiegazione di tutti i flag di `docker compose
up`: qui il concetto di replica deve restare protagonista, non la sintassi completa del
comando, seguendo lo stesso principio già applicato alla demo di sessione 1. [inferred]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problem | goals: GOAL_008_TROUBLESHOOTING | timing_min: 4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Non introdurre di nuovo gli strumenti di ispezione (logs, inspect, network, exec) né il
ragionamento per ipotesi: sono stati insegnati in sessione 5 (sequence 33-37) e qui vanno
solo richiamati per nome, mai ri-spiegati.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CURRICULUM annota esplicitamente che sequence 51 è "rinforzo di GOAL_008 nel contesto più
realistico del sistema multi-servizio, dopo la prima diagnosi guidata in sessione 5, come
preparazione alla prova di troubleshooting dell'esame finale". [stated]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Richiama esplicitamente sessione 5 (sequence 33-37: PRQ-DIAG-TOOLS, PRQ-HYPOTHESIS,
DR-TROUBLESHOOTING) senza ripeterne la teoria. Prepara la sessione 8, dove una prova di
troubleshooting individuale fa parte dell'esame finale — nominata qui solo per titolo,
senza descriverne il contenuto o i criteri.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Il rischio più probabile è che gli studenti assumano la stessa causa vista nel caso di
sessione 5 (due container che non si collegano) e saltino subito a un tentativo di
correzione, senza prima raccogliere evidenza con gli strumenti di ispezione: LOGISTICS
segnala rete/porte come storicamente critici per questa cohort. [risk]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role: homework | goals: GOAL_007_COMPLEX_SYSTEM | timing_min: 6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[talk] Il tempo che eccede le ore in aula rientra nel monte ore extra-aula previsto per l'intero
corso (LOGISTICS: fino a 20 ore), non nella durata di questo singolo item: rendilo
esplicito in aula, perché gli studenti pianifichino il lavoro di gruppo di conseguenza.
SMTP: Simple Mail Transfer Protocol, protocollo semplice di trasferimento della posta.
[inferred] Il servizio mock non deve essere reale: un container che riceve la
connessione e risponde in modo minimo basta a soddisfare il requisito di topologia.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[why_here] Sequence 52 è "attività aperta, volta a integrare tutti i nodi acquisiti (GOAL_001-
GOAL_007)... corrispondente ai gradini 1-4 della scala di verifica in GOALS. Prosegue in
sessione 8". [stated] I gradini stessi, il voto e l'obbligatorietà delle prove d'esame
non sono mostrati su questa slide per la regola di controllo-accesso: sono soglie di
valutazione, non contenuto rivolto allo studente in aula.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[links] Integra sessioni 2 (immagine/Dockerfile), 4 (volumi), 5 (topologia multi-servizio,
sequence 38-40) e 6 (Compose, sequence 41-47), oltre al segmento sulle repliche di questa
stessa sessione. Prosegue in sessione 8 (completamento del progetto ed esame), nominata
qui solo per titolo.
</a:t>
            </a:r>
          </a:p>
          <a:p>
            <a:r>
              <a:rPr sz="1200" b="0" i="0">
                <a:solidFill>
                  <a:srgbClr val="1A1A1A"/>
                </a:solidFill>
                <a:latin typeface="Calibri"/>
              </a:rPr>
              <a:t>[watch_for] Non elencare qui i criteri di valutazione o il peso di ciascun componente sul voto: sono
soglie di rubric riservate alla valutazione d'esame, non informazione da condividere sullo
schermo comune di aula in questa fase di avvio. [risk]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A1A1A"/>
                </a:solidFill>
                <a:latin typeface="Calibri"/>
              </a:rPr>
              <a:t>Repliche e avvio del progetto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832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  <a:latin typeface="Calibri"/>
              </a:rPr>
              <a:t>Scalare un servizio con Compose, prima del progetto di gruppo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5A5A"/>
                </a:solidFill>
                <a:latin typeface="Calibri"/>
              </a:rPr>
              <a:t>Docker: dai container ai sistemi multi-servizio (corso ITS, primo anno) — Sessione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Più repliche di uno stesso servizio con Compose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singolo servizio può girare come più copie identiche (repliche) invece di una sola.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7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951" y="1463040"/>
            <a:ext cx="3929793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A5A5A"/>
                </a:solidFill>
                <a:latin typeface="Calibri"/>
              </a:rPr>
              <a:t>Da un servizio a più repliche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Con Compose si può indicare quante repliche di un servizio eseguire, senza duplicare la definizione.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Frammento illustrativo — YAML: linguaggio di serializzazione dati (YAML Ain't Markup Language) usato per docker-compose.yml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services: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app: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image: app:1.0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deploy: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      replicas: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solo comando cambia il numero di repliche in esecuzione, visibile subito nell'elenco dei servizi.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5A5A5A"/>
                </a:solidFill>
                <a:latin typeface="Calibri"/>
              </a:rPr>
              <a:t>Sequenza mostrata dal docente dal vivo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compose up --scale app=3 -d</a:t>
            </a:r>
          </a:p>
          <a:p>
            <a:r>
              <a:rPr sz="1600" b="0" i="0">
                <a:solidFill>
                  <a:srgbClr val="1A1A1A"/>
                </a:solidFill>
                <a:latin typeface="Consolas"/>
              </a:rPr>
              <a:t>docker compose 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Diagnosi su un sistema multi-servizio più realistico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Un sistema con più servizi collegati può guastarsi in più punti insieme, non in uno solo.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1A1A1A"/>
                </a:solidFill>
                <a:latin typeface="Calibri"/>
              </a:rPr>
              <a:t>“Stesso ragionamento per ipotesi, applicato a un sistema più complesso.”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1A1A"/>
                </a:solidFill>
                <a:latin typeface="Calibri"/>
              </a:rPr>
              <a:t>Avvio del progetto finale di gruppo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A1A1A"/>
                </a:solidFill>
                <a:latin typeface="Calibri"/>
              </a:rPr>
              <a:t>Il progetto finale di gruppo mette insieme tutti i concetti del corso in un sistema che gira con Docker Compose.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Calibri"/>
              </a:rPr>
              <a:t>•  Applicazione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Database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Servizio mock (es. SMTP, Simple Mail Transfer Protocol)</a:t>
            </a:r>
          </a:p>
          <a:p>
            <a:r>
              <a:rPr sz="2200" b="0" i="0">
                <a:solidFill>
                  <a:srgbClr val="1A1A1A"/>
                </a:solidFill>
                <a:latin typeface="Calibri"/>
              </a:rPr>
              <a:t>•  Più repliche di un servizio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