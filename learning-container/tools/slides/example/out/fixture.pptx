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  <p:extLst>
    <p:ext uri="{521415D9-36F7-43E2-AB2F-B90AF26B5E84}">
      <p14:sectionLst xmlns:p14="http://schemas.microsoft.com/office/powerpoint/2010/main">
        <p14:section name="Unit 1.1 — Unità di prova" id="{92052E58-745F-5705-BB64-450D43C178CE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notesMaster" Target="notesMasters/notesMaster1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Tempo:</a:t>
            </a:r>
            <a:r>
              <a:rPr/>
              <a:t> ~5 min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Da dire:</a:t>
            </a:r>
            <a:r>
              <a:rPr/>
              <a:t> Aprire con il fatto scomodo: finché nessuno raggiunge il gateway dall’esterno, tutto il lavoro fatto sul cluster è invisibile al cliente. Non spiegare ancora il perché tecnico, serve solo creare la domanda a cui l’unità risponde.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Perché questa slide sta qui:</a:t>
            </a:r>
            <a:r>
              <a:rPr/>
              <a:t> Apre il ciclo esperienziale con un problema concreto prima di qualsiasi teoria.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Collegamenti:</a:t>
            </a:r>
            <a:r>
              <a:rPr/>
              <a:t> Riprende il vocabolario condiviso, anticipa la deploy.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Attenzione a:</a:t>
            </a:r>
            <a:r>
              <a:rPr/>
              <a:t> La coppia ops tende a saltare subito alla soluzione: rimandare.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Obiettivi:</a:t>
            </a:r>
            <a:r>
              <a:rPr/>
              <a:t> G1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Tempo:</a:t>
            </a:r>
            <a:r>
              <a:rPr/>
              <a:t> ~6 min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Da dire:</a:t>
            </a:r>
            <a:r>
              <a:rPr/>
              <a:t> Assegnare le corsie ad alta voce prima di far partire il timer, altrimenti i quattro partecipanti si sovrappongono sullo stesso passo. Tenere il tempo visibile: il vincolo temporale è parte dell’esercizio, non un dettaglio.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Perché questa slide sta qui:</a:t>
            </a:r>
            <a:r>
              <a:rPr/>
              <a:t> Prima esperienza concreta; il fallimento parziale qui alimenta il debriefing.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Collegamenti:</a:t>
            </a:r>
            <a:r>
              <a:rPr/>
              <a:t> Prepara la formalizzazione del modello di deploy che arriva dopo.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Attenzione a:</a:t>
            </a:r>
            <a:r>
              <a:rPr/>
              <a:t> Chi finisce presto va messo a supportare l’altra corsia, non ad aggiungere extra.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Obiettivi:</a:t>
            </a:r>
            <a:r>
              <a:rPr/>
              <a:t> G1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Tempo:</a:t>
            </a:r>
            <a:r>
              <a:rPr/>
              <a:t> ~5 min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Da dire:</a:t>
            </a:r>
            <a:r>
              <a:rPr/>
              <a:t> Far parlare prima chi ha incontrato l’errore, non chi ha trovato la soluzione. Raccogliere le cause reali alla lavagna condivisa senza correggerle subito: servono come materiale per la fase teorica successiva.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Perché questa slide sta qui:</a:t>
            </a:r>
            <a:r>
              <a:rPr/>
              <a:t> La riflessione è lo stadio che più spesso viene saltato ed è quello che trasforma l’attività in apprendimento.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Collegamenti:</a:t>
            </a:r>
            <a:r>
              <a:rPr/>
              <a:t> Le cause raccolte qui vengono riprese una per una nella parte teorica.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Attenzione a:</a:t>
            </a:r>
            <a:r>
              <a:rPr/>
              <a:t> Rischio che diventi una sessione di soluzioni: riportare sulle cause.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Obiettivi:</a:t>
            </a:r>
            <a:r>
              <a:rPr/>
              <a:t> G1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Tempo:</a:t>
            </a:r>
            <a:r>
              <a:rPr/>
              <a:t> ~5 min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Da dire:</a:t>
            </a:r>
            <a:r>
              <a:rPr/>
              <a:t> Percorrere il diagramma nell’ordine in cui la richiesta viaggia, fermandosi sul ramo della probe: è lì che finivano gli errori raccolti nel debriefing. Collegare ogni nodo a un errore realmente visto pochi minuti prima.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Perché questa slide sta qui:</a:t>
            </a:r>
            <a:r>
              <a:rPr/>
              <a:t> Fornisce il principio che spiega ciò che i partecipanti hanno già osservato.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Collegamenti:</a:t>
            </a:r>
            <a:r>
              <a:rPr/>
              <a:t> Chiude gli errori del debriefing, apre la modifica di configurazione seguente.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Attenzione a:</a:t>
            </a:r>
            <a:r>
              <a:rPr/>
              <a:t> Per la coppia sviluppo il ramo negativo della probe è il punto meno intuitivo.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Obiettivi:</a:t>
            </a:r>
            <a:r>
              <a:rPr/>
              <a:t> G1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Tempo:</a:t>
            </a:r>
            <a:r>
              <a:rPr/>
              <a:t> ~4 min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Da dire:</a:t>
            </a:r>
            <a:r>
              <a:rPr/>
              <a:t> Chiedere una previsione prima di applicare la modifica: cosa cambierà nella risposta osservata? Poi ridistribuire e confrontare la previsione con il risultato reale, che è il passaggio che consolida il principio appena visto.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Perché questa slide sta qui:</a:t>
            </a:r>
            <a:r>
              <a:rPr/>
              <a:t> Sperimentazione attiva sullo stesso ambiente, a complessità leggermente maggiore.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Collegamenti:</a:t>
            </a:r>
            <a:r>
              <a:rPr/>
              <a:t> Diventa l’esperienza concreta di apertura dell’unità successiva.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Attenzione a:</a:t>
            </a:r>
            <a:r>
              <a:rPr/>
              <a:t> Senza previsione dichiarata prima, il confronto perde valore formativo.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Obiettivi:</a:t>
            </a:r>
            <a:r>
              <a:rPr/>
              <a:t> G1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Tempo:</a:t>
            </a:r>
            <a:r>
              <a:rPr/>
              <a:t> ~3 min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Da dire:</a:t>
            </a:r>
            <a:r>
              <a:rPr/>
              <a:t> Mostrare la console reale del cliente chiude il cerchio: il partecipante riconosce lo strumento che userà davvero al lavoro, non un esempio generico.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Perché questa slide sta qui:</a:t>
            </a:r>
            <a:r>
              <a:rPr/>
              <a:t> Verifica finale condivisa fra le due corsie prima della pausa.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Collegamenti:</a:t>
            </a:r>
            <a:r>
              <a:rPr/>
              <a:t> Riprende il compito iniziale e ne mostra il risultato raggiunto.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Attenzione a:</a:t>
            </a:r>
            <a:r>
              <a:rPr/>
              <a:t> Se lo screenshot manca, sostituire con una condivisione schermo dal vivo.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Obiettivi:</a:t>
            </a:r>
            <a:r>
              <a:rPr/>
              <a:t> G1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docs.spring.io/spring-cloud-gateway/reference/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[DRAFT] Fixture di prova della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Non è materiale didattico</a:t>
            </a:r>
            <a:br/>
            <a:br/>
            <a:r>
              <a:rPr/>
              <a:t>Fixture — pipeline self-test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Unit 1.1 — Unità di prova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 gateway non raggiungibile blocca l’intera migrazione.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Il cluster è pronto, l’immagine esiste, nessuno riesce a chiamare il servizio.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Il vostro compito è rendere il pod raggiungibile in quindici minuti.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Applicare il Deployment</a:t>
            </a:r>
          </a:p>
          <a:p>
            <a:pPr lvl="0" indent="-342900" marL="342900">
              <a:buAutoNum type="arabicPeriod"/>
            </a:pPr>
            <a:r>
              <a:rPr/>
              <a:t>Esporre il Service</a:t>
            </a:r>
          </a:p>
          <a:p>
            <a:pPr lvl="0" indent="-342900" marL="342900">
              <a:buAutoNum type="arabicPeriod"/>
            </a:pPr>
            <a:r>
              <a:rPr/>
              <a:t>Verificare la readiness probe</a:t>
            </a:r>
          </a:p>
          <a:p>
            <a:pPr lvl="0" indent="-342900" marL="342900">
              <a:buAutoNum type="arabicPeriod"/>
            </a:pPr>
            <a:r>
              <a:rPr/>
              <a:t>Chiamare l’endpoint dall’esterno</a:t>
            </a:r>
          </a:p>
          <a:p>
            <a:pPr lvl="0"/>
            <a:r>
              <a:rPr>
                <a:hlinkClick r:id="rId3"/>
              </a:rPr>
              <a:t>Documentazione Spring Cloud Gateway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Quasi sempre il blocco è il Service, non l’immagine.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Cosa si è rotto per primo?</a:t>
            </a:r>
          </a:p>
          <a:p>
            <a:pPr lvl="0"/>
            <a:r>
              <a:rPr/>
              <a:t>Come lo avete capito?</a:t>
            </a:r>
          </a:p>
          <a:p>
            <a:pPr lvl="0"/>
            <a:r>
              <a:rPr/>
              <a:t>Cosa cambiereste ora?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Il traffico attraversa Service e probe prima di arrivare al pod.</a:t>
            </a:r>
          </a:p>
        </p:txBody>
      </p:sp>
      <p:pic>
        <p:nvPicPr>
          <p:cNvPr descr="tools/slides/example/out/build/fixture/mermaid/FIX-04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1765300"/>
            <a:ext cx="8229600" cy="172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Percorso di una richiesta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Una probe corretta cambia il comportamento in modo osservabile.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readinessProbe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httpGet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path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/actuator/health/readiness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port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8080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initialDelaySeconds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</a:p>
          <a:p>
            <a:pPr lvl="0" indent="0" marL="0">
              <a:buNone/>
            </a:pPr>
            <a:r>
              <a:rPr i="1"/>
              <a:t>Modifica da applicare e ridistribuire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Placeholder di prova per un’immagine che deve fornire un umano.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DA FORNIRE:</a:t>
            </a:r>
            <a:r>
              <a:rPr sz="2000"/>
              <a:t> Screenshot della console GKE con il workload in stato Running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[DRAFT] Fixture di prova della pipeline</dc:title>
  <dc:creator>Fixture — pipeline self-test</dc:creator>
  <cp:keywords/>
  <dcterms:created xsi:type="dcterms:W3CDTF">2026-07-28T10:34:17Z</dcterms:created>
  <dcterms:modified xsi:type="dcterms:W3CDTF">2026-07-28T10:34:17Z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Non è materiale didattico</vt:lpwstr>
  </property>
</Properties>
</file>